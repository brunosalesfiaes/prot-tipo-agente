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36000000" cx="3600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1339">
          <p15:clr>
            <a:srgbClr val="747775"/>
          </p15:clr>
        </p15:guide>
        <p15:guide id="2" pos="1133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1339" orient="horz"/>
        <p:guide pos="11339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14816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7ba588d74_1_1:notes"/>
          <p:cNvSpPr/>
          <p:nvPr>
            <p:ph idx="2" type="sldImg"/>
          </p:nvPr>
        </p:nvSpPr>
        <p:spPr>
          <a:xfrm>
            <a:off x="1714816" y="685800"/>
            <a:ext cx="3429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a7ba588d74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Versão resumida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1227198" y="5211374"/>
            <a:ext cx="33545700" cy="14366400"/>
          </a:xfrm>
          <a:prstGeom prst="rect">
            <a:avLst/>
          </a:prstGeom>
        </p:spPr>
        <p:txBody>
          <a:bodyPr anchorCtr="0" anchor="b" bIns="487475" lIns="487475" spcFirstLastPara="1" rIns="487475" wrap="square" tIns="487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7730"/>
              <a:buNone/>
              <a:defRPr sz="27729"/>
            </a:lvl1pPr>
            <a:lvl2pPr lvl="1" algn="ctr">
              <a:spcBef>
                <a:spcPts val="0"/>
              </a:spcBef>
              <a:spcAft>
                <a:spcPts val="0"/>
              </a:spcAft>
              <a:buSzPts val="27730"/>
              <a:buNone/>
              <a:defRPr sz="27729"/>
            </a:lvl2pPr>
            <a:lvl3pPr lvl="2" algn="ctr">
              <a:spcBef>
                <a:spcPts val="0"/>
              </a:spcBef>
              <a:spcAft>
                <a:spcPts val="0"/>
              </a:spcAft>
              <a:buSzPts val="27730"/>
              <a:buNone/>
              <a:defRPr sz="27729"/>
            </a:lvl3pPr>
            <a:lvl4pPr lvl="3" algn="ctr">
              <a:spcBef>
                <a:spcPts val="0"/>
              </a:spcBef>
              <a:spcAft>
                <a:spcPts val="0"/>
              </a:spcAft>
              <a:buSzPts val="27730"/>
              <a:buNone/>
              <a:defRPr sz="27729"/>
            </a:lvl4pPr>
            <a:lvl5pPr lvl="4" algn="ctr">
              <a:spcBef>
                <a:spcPts val="0"/>
              </a:spcBef>
              <a:spcAft>
                <a:spcPts val="0"/>
              </a:spcAft>
              <a:buSzPts val="27730"/>
              <a:buNone/>
              <a:defRPr sz="27729"/>
            </a:lvl5pPr>
            <a:lvl6pPr lvl="5" algn="ctr">
              <a:spcBef>
                <a:spcPts val="0"/>
              </a:spcBef>
              <a:spcAft>
                <a:spcPts val="0"/>
              </a:spcAft>
              <a:buSzPts val="27730"/>
              <a:buNone/>
              <a:defRPr sz="27729"/>
            </a:lvl6pPr>
            <a:lvl7pPr lvl="6" algn="ctr">
              <a:spcBef>
                <a:spcPts val="0"/>
              </a:spcBef>
              <a:spcAft>
                <a:spcPts val="0"/>
              </a:spcAft>
              <a:buSzPts val="27730"/>
              <a:buNone/>
              <a:defRPr sz="27729"/>
            </a:lvl7pPr>
            <a:lvl8pPr lvl="7" algn="ctr">
              <a:spcBef>
                <a:spcPts val="0"/>
              </a:spcBef>
              <a:spcAft>
                <a:spcPts val="0"/>
              </a:spcAft>
              <a:buSzPts val="27730"/>
              <a:buNone/>
              <a:defRPr sz="27729"/>
            </a:lvl8pPr>
            <a:lvl9pPr lvl="8" algn="ctr">
              <a:spcBef>
                <a:spcPts val="0"/>
              </a:spcBef>
              <a:spcAft>
                <a:spcPts val="0"/>
              </a:spcAft>
              <a:buSzPts val="27730"/>
              <a:buNone/>
              <a:defRPr sz="27729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1227165" y="19836395"/>
            <a:ext cx="33545700" cy="5547600"/>
          </a:xfrm>
          <a:prstGeom prst="rect">
            <a:avLst/>
          </a:prstGeom>
        </p:spPr>
        <p:txBody>
          <a:bodyPr anchorCtr="0" anchor="t" bIns="487475" lIns="487475" spcFirstLastPara="1" rIns="487475" wrap="square" tIns="487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33356133" y="32638438"/>
            <a:ext cx="2160300" cy="2754900"/>
          </a:xfrm>
          <a:prstGeom prst="rect">
            <a:avLst/>
          </a:prstGeom>
        </p:spPr>
        <p:txBody>
          <a:bodyPr anchorCtr="0" anchor="ctr" bIns="487475" lIns="487475" spcFirstLastPara="1" rIns="487475" wrap="square" tIns="487475">
            <a:normAutofit/>
          </a:bodyPr>
          <a:lstStyle>
            <a:lvl1pPr lvl="0">
              <a:buNone/>
              <a:defRPr sz="5332"/>
            </a:lvl1pPr>
            <a:lvl2pPr lvl="1">
              <a:buNone/>
              <a:defRPr sz="5332"/>
            </a:lvl2pPr>
            <a:lvl3pPr lvl="2">
              <a:buNone/>
              <a:defRPr sz="5332"/>
            </a:lvl3pPr>
            <a:lvl4pPr lvl="3">
              <a:buNone/>
              <a:defRPr sz="5332"/>
            </a:lvl4pPr>
            <a:lvl5pPr lvl="4">
              <a:buNone/>
              <a:defRPr sz="5332"/>
            </a:lvl5pPr>
            <a:lvl6pPr lvl="5">
              <a:buNone/>
              <a:defRPr sz="5332"/>
            </a:lvl6pPr>
            <a:lvl7pPr lvl="6">
              <a:buNone/>
              <a:defRPr sz="5332"/>
            </a:lvl7pPr>
            <a:lvl8pPr lvl="7">
              <a:buNone/>
              <a:defRPr sz="5332"/>
            </a:lvl8pPr>
            <a:lvl9pPr lvl="8">
              <a:buNone/>
              <a:defRPr sz="533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1227165" y="15054068"/>
            <a:ext cx="33545700" cy="5892000"/>
          </a:xfrm>
          <a:prstGeom prst="rect">
            <a:avLst/>
          </a:prstGeom>
        </p:spPr>
        <p:txBody>
          <a:bodyPr anchorCtr="0" anchor="ctr" bIns="487475" lIns="487475" spcFirstLastPara="1" rIns="487475" wrap="square" tIns="487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9197"/>
              <a:buNone/>
              <a:defRPr sz="19197"/>
            </a:lvl1pPr>
            <a:lvl2pPr lvl="1" algn="ctr">
              <a:spcBef>
                <a:spcPts val="0"/>
              </a:spcBef>
              <a:spcAft>
                <a:spcPts val="0"/>
              </a:spcAft>
              <a:buSzPts val="19197"/>
              <a:buNone/>
              <a:defRPr sz="19197"/>
            </a:lvl2pPr>
            <a:lvl3pPr lvl="2" algn="ctr">
              <a:spcBef>
                <a:spcPts val="0"/>
              </a:spcBef>
              <a:spcAft>
                <a:spcPts val="0"/>
              </a:spcAft>
              <a:buSzPts val="19197"/>
              <a:buNone/>
              <a:defRPr sz="19197"/>
            </a:lvl3pPr>
            <a:lvl4pPr lvl="3" algn="ctr">
              <a:spcBef>
                <a:spcPts val="0"/>
              </a:spcBef>
              <a:spcAft>
                <a:spcPts val="0"/>
              </a:spcAft>
              <a:buSzPts val="19197"/>
              <a:buNone/>
              <a:defRPr sz="19197"/>
            </a:lvl4pPr>
            <a:lvl5pPr lvl="4" algn="ctr">
              <a:spcBef>
                <a:spcPts val="0"/>
              </a:spcBef>
              <a:spcAft>
                <a:spcPts val="0"/>
              </a:spcAft>
              <a:buSzPts val="19197"/>
              <a:buNone/>
              <a:defRPr sz="19197"/>
            </a:lvl5pPr>
            <a:lvl6pPr lvl="5" algn="ctr">
              <a:spcBef>
                <a:spcPts val="0"/>
              </a:spcBef>
              <a:spcAft>
                <a:spcPts val="0"/>
              </a:spcAft>
              <a:buSzPts val="19197"/>
              <a:buNone/>
              <a:defRPr sz="19197"/>
            </a:lvl6pPr>
            <a:lvl7pPr lvl="6" algn="ctr">
              <a:spcBef>
                <a:spcPts val="0"/>
              </a:spcBef>
              <a:spcAft>
                <a:spcPts val="0"/>
              </a:spcAft>
              <a:buSzPts val="19197"/>
              <a:buNone/>
              <a:defRPr sz="19197"/>
            </a:lvl7pPr>
            <a:lvl8pPr lvl="7" algn="ctr">
              <a:spcBef>
                <a:spcPts val="0"/>
              </a:spcBef>
              <a:spcAft>
                <a:spcPts val="0"/>
              </a:spcAft>
              <a:buSzPts val="19197"/>
              <a:buNone/>
              <a:defRPr sz="19197"/>
            </a:lvl8pPr>
            <a:lvl9pPr lvl="8" algn="ctr">
              <a:spcBef>
                <a:spcPts val="0"/>
              </a:spcBef>
              <a:spcAft>
                <a:spcPts val="0"/>
              </a:spcAft>
              <a:buSzPts val="19197"/>
              <a:buNone/>
              <a:defRPr sz="19197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33356133" y="32638438"/>
            <a:ext cx="2160300" cy="2754900"/>
          </a:xfrm>
          <a:prstGeom prst="rect">
            <a:avLst/>
          </a:prstGeom>
        </p:spPr>
        <p:txBody>
          <a:bodyPr anchorCtr="0" anchor="ctr" bIns="487475" lIns="487475" spcFirstLastPara="1" rIns="487475" wrap="square" tIns="487475">
            <a:normAutofit/>
          </a:bodyPr>
          <a:lstStyle>
            <a:lvl1pPr lvl="0">
              <a:buNone/>
              <a:defRPr sz="5332"/>
            </a:lvl1pPr>
            <a:lvl2pPr lvl="1">
              <a:buNone/>
              <a:defRPr sz="5332"/>
            </a:lvl2pPr>
            <a:lvl3pPr lvl="2">
              <a:buNone/>
              <a:defRPr sz="5332"/>
            </a:lvl3pPr>
            <a:lvl4pPr lvl="3">
              <a:buNone/>
              <a:defRPr sz="5332"/>
            </a:lvl4pPr>
            <a:lvl5pPr lvl="4">
              <a:buNone/>
              <a:defRPr sz="5332"/>
            </a:lvl5pPr>
            <a:lvl6pPr lvl="5">
              <a:buNone/>
              <a:defRPr sz="5332"/>
            </a:lvl6pPr>
            <a:lvl7pPr lvl="6">
              <a:buNone/>
              <a:defRPr sz="5332"/>
            </a:lvl7pPr>
            <a:lvl8pPr lvl="7">
              <a:buNone/>
              <a:defRPr sz="5332"/>
            </a:lvl8pPr>
            <a:lvl9pPr lvl="8">
              <a:buNone/>
              <a:defRPr sz="533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1227165" y="3114786"/>
            <a:ext cx="33545700" cy="4008300"/>
          </a:xfrm>
          <a:prstGeom prst="rect">
            <a:avLst/>
          </a:prstGeom>
        </p:spPr>
        <p:txBody>
          <a:bodyPr anchorCtr="0" anchor="t" bIns="487475" lIns="487475" spcFirstLastPara="1" rIns="487475" wrap="square" tIns="487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1pPr>
            <a:lvl2pPr lvl="1"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2pPr>
            <a:lvl3pPr lvl="2"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3pPr>
            <a:lvl4pPr lvl="3"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4pPr>
            <a:lvl5pPr lvl="4"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5pPr>
            <a:lvl6pPr lvl="5"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6pPr>
            <a:lvl7pPr lvl="6"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7pPr>
            <a:lvl8pPr lvl="7"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8pPr>
            <a:lvl9pPr lvl="8"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1227165" y="8066317"/>
            <a:ext cx="33545700" cy="23911800"/>
          </a:xfrm>
          <a:prstGeom prst="rect">
            <a:avLst/>
          </a:prstGeom>
        </p:spPr>
        <p:txBody>
          <a:bodyPr anchorCtr="0" anchor="t" bIns="487475" lIns="487475" spcFirstLastPara="1" rIns="487475" wrap="square" tIns="487475">
            <a:normAutofit/>
          </a:bodyPr>
          <a:lstStyle>
            <a:lvl1pPr indent="-838116" lvl="0" marL="457200">
              <a:spcBef>
                <a:spcPts val="0"/>
              </a:spcBef>
              <a:spcAft>
                <a:spcPts val="0"/>
              </a:spcAft>
              <a:buSzPts val="9599"/>
              <a:buChar char="●"/>
              <a:defRPr sz="9598"/>
            </a:lvl1pPr>
            <a:lvl2pPr indent="-702668" lvl="1" marL="914400">
              <a:spcBef>
                <a:spcPts val="0"/>
              </a:spcBef>
              <a:spcAft>
                <a:spcPts val="0"/>
              </a:spcAft>
              <a:buSzPts val="7466"/>
              <a:buChar char="○"/>
              <a:defRPr sz="7465"/>
            </a:lvl2pPr>
            <a:lvl3pPr indent="-702668" lvl="2" marL="1371600">
              <a:spcBef>
                <a:spcPts val="0"/>
              </a:spcBef>
              <a:spcAft>
                <a:spcPts val="0"/>
              </a:spcAft>
              <a:buSzPts val="7466"/>
              <a:buChar char="■"/>
              <a:defRPr sz="7465"/>
            </a:lvl3pPr>
            <a:lvl4pPr indent="-702668" lvl="3" marL="1828800">
              <a:spcBef>
                <a:spcPts val="0"/>
              </a:spcBef>
              <a:spcAft>
                <a:spcPts val="0"/>
              </a:spcAft>
              <a:buSzPts val="7466"/>
              <a:buChar char="●"/>
              <a:defRPr sz="7465"/>
            </a:lvl4pPr>
            <a:lvl5pPr indent="-702668" lvl="4" marL="2286000">
              <a:spcBef>
                <a:spcPts val="0"/>
              </a:spcBef>
              <a:spcAft>
                <a:spcPts val="0"/>
              </a:spcAft>
              <a:buSzPts val="7466"/>
              <a:buChar char="○"/>
              <a:defRPr sz="7465"/>
            </a:lvl5pPr>
            <a:lvl6pPr indent="-702668" lvl="5" marL="2743200">
              <a:spcBef>
                <a:spcPts val="0"/>
              </a:spcBef>
              <a:spcAft>
                <a:spcPts val="0"/>
              </a:spcAft>
              <a:buSzPts val="7466"/>
              <a:buChar char="■"/>
              <a:defRPr sz="7465"/>
            </a:lvl6pPr>
            <a:lvl7pPr indent="-702668" lvl="6" marL="3200400">
              <a:spcBef>
                <a:spcPts val="0"/>
              </a:spcBef>
              <a:spcAft>
                <a:spcPts val="0"/>
              </a:spcAft>
              <a:buSzPts val="7466"/>
              <a:buChar char="●"/>
              <a:defRPr sz="7465"/>
            </a:lvl7pPr>
            <a:lvl8pPr indent="-702668" lvl="7" marL="3657600">
              <a:spcBef>
                <a:spcPts val="0"/>
              </a:spcBef>
              <a:spcAft>
                <a:spcPts val="0"/>
              </a:spcAft>
              <a:buSzPts val="7466"/>
              <a:buChar char="○"/>
              <a:defRPr sz="7465"/>
            </a:lvl8pPr>
            <a:lvl9pPr indent="-702667" lvl="8" marL="4114800">
              <a:spcBef>
                <a:spcPts val="0"/>
              </a:spcBef>
              <a:spcAft>
                <a:spcPts val="0"/>
              </a:spcAft>
              <a:buSzPts val="7466"/>
              <a:buChar char="■"/>
              <a:defRPr sz="7465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33356133" y="32638438"/>
            <a:ext cx="2160300" cy="2754900"/>
          </a:xfrm>
          <a:prstGeom prst="rect">
            <a:avLst/>
          </a:prstGeom>
        </p:spPr>
        <p:txBody>
          <a:bodyPr anchorCtr="0" anchor="ctr" bIns="487475" lIns="487475" spcFirstLastPara="1" rIns="487475" wrap="square" tIns="487475">
            <a:normAutofit/>
          </a:bodyPr>
          <a:lstStyle>
            <a:lvl1pPr lvl="0">
              <a:buNone/>
              <a:defRPr sz="5332"/>
            </a:lvl1pPr>
            <a:lvl2pPr lvl="1">
              <a:buNone/>
              <a:defRPr sz="5332"/>
            </a:lvl2pPr>
            <a:lvl3pPr lvl="2">
              <a:buNone/>
              <a:defRPr sz="5332"/>
            </a:lvl3pPr>
            <a:lvl4pPr lvl="3">
              <a:buNone/>
              <a:defRPr sz="5332"/>
            </a:lvl4pPr>
            <a:lvl5pPr lvl="4">
              <a:buNone/>
              <a:defRPr sz="5332"/>
            </a:lvl5pPr>
            <a:lvl6pPr lvl="5">
              <a:buNone/>
              <a:defRPr sz="5332"/>
            </a:lvl6pPr>
            <a:lvl7pPr lvl="6">
              <a:buNone/>
              <a:defRPr sz="5332"/>
            </a:lvl7pPr>
            <a:lvl8pPr lvl="7">
              <a:buNone/>
              <a:defRPr sz="5332"/>
            </a:lvl8pPr>
            <a:lvl9pPr lvl="8">
              <a:buNone/>
              <a:defRPr sz="533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1227165" y="3114786"/>
            <a:ext cx="33545700" cy="4008300"/>
          </a:xfrm>
          <a:prstGeom prst="rect">
            <a:avLst/>
          </a:prstGeom>
        </p:spPr>
        <p:txBody>
          <a:bodyPr anchorCtr="0" anchor="t" bIns="487475" lIns="487475" spcFirstLastPara="1" rIns="487475" wrap="square" tIns="487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1pPr>
            <a:lvl2pPr lvl="1"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2pPr>
            <a:lvl3pPr lvl="2"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3pPr>
            <a:lvl4pPr lvl="3"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4pPr>
            <a:lvl5pPr lvl="4"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5pPr>
            <a:lvl6pPr lvl="5"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6pPr>
            <a:lvl7pPr lvl="6"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7pPr>
            <a:lvl8pPr lvl="7"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8pPr>
            <a:lvl9pPr lvl="8"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1227165" y="8066317"/>
            <a:ext cx="15747600" cy="23911800"/>
          </a:xfrm>
          <a:prstGeom prst="rect">
            <a:avLst/>
          </a:prstGeom>
        </p:spPr>
        <p:txBody>
          <a:bodyPr anchorCtr="0" anchor="t" bIns="487475" lIns="487475" spcFirstLastPara="1" rIns="487475" wrap="square" tIns="487475">
            <a:normAutofit/>
          </a:bodyPr>
          <a:lstStyle>
            <a:lvl1pPr indent="-702668" lvl="0" marL="457200">
              <a:spcBef>
                <a:spcPts val="0"/>
              </a:spcBef>
              <a:spcAft>
                <a:spcPts val="0"/>
              </a:spcAft>
              <a:buSzPts val="7466"/>
              <a:buChar char="●"/>
              <a:defRPr sz="7465"/>
            </a:lvl1pPr>
            <a:lvl2pPr indent="-634944" lvl="1" marL="914400">
              <a:spcBef>
                <a:spcPts val="0"/>
              </a:spcBef>
              <a:spcAft>
                <a:spcPts val="0"/>
              </a:spcAft>
              <a:buSzPts val="6399"/>
              <a:buChar char="○"/>
              <a:defRPr sz="6399"/>
            </a:lvl2pPr>
            <a:lvl3pPr indent="-634944" lvl="2" marL="1371600">
              <a:spcBef>
                <a:spcPts val="0"/>
              </a:spcBef>
              <a:spcAft>
                <a:spcPts val="0"/>
              </a:spcAft>
              <a:buSzPts val="6399"/>
              <a:buChar char="■"/>
              <a:defRPr sz="6399"/>
            </a:lvl3pPr>
            <a:lvl4pPr indent="-634944" lvl="3" marL="1828800">
              <a:spcBef>
                <a:spcPts val="0"/>
              </a:spcBef>
              <a:spcAft>
                <a:spcPts val="0"/>
              </a:spcAft>
              <a:buSzPts val="6399"/>
              <a:buChar char="●"/>
              <a:defRPr sz="6399"/>
            </a:lvl4pPr>
            <a:lvl5pPr indent="-634944" lvl="4" marL="2286000">
              <a:spcBef>
                <a:spcPts val="0"/>
              </a:spcBef>
              <a:spcAft>
                <a:spcPts val="0"/>
              </a:spcAft>
              <a:buSzPts val="6399"/>
              <a:buChar char="○"/>
              <a:defRPr sz="6399"/>
            </a:lvl5pPr>
            <a:lvl6pPr indent="-634944" lvl="5" marL="2743200">
              <a:spcBef>
                <a:spcPts val="0"/>
              </a:spcBef>
              <a:spcAft>
                <a:spcPts val="0"/>
              </a:spcAft>
              <a:buSzPts val="6399"/>
              <a:buChar char="■"/>
              <a:defRPr sz="6399"/>
            </a:lvl6pPr>
            <a:lvl7pPr indent="-634944" lvl="6" marL="3200400">
              <a:spcBef>
                <a:spcPts val="0"/>
              </a:spcBef>
              <a:spcAft>
                <a:spcPts val="0"/>
              </a:spcAft>
              <a:buSzPts val="6399"/>
              <a:buChar char="●"/>
              <a:defRPr sz="6399"/>
            </a:lvl7pPr>
            <a:lvl8pPr indent="-634944" lvl="7" marL="3657600">
              <a:spcBef>
                <a:spcPts val="0"/>
              </a:spcBef>
              <a:spcAft>
                <a:spcPts val="0"/>
              </a:spcAft>
              <a:buSzPts val="6399"/>
              <a:buChar char="○"/>
              <a:defRPr sz="6399"/>
            </a:lvl8pPr>
            <a:lvl9pPr indent="-634944" lvl="8" marL="4114800">
              <a:spcBef>
                <a:spcPts val="0"/>
              </a:spcBef>
              <a:spcAft>
                <a:spcPts val="0"/>
              </a:spcAft>
              <a:buSzPts val="6399"/>
              <a:buChar char="■"/>
              <a:defRPr sz="6399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9025197" y="8066317"/>
            <a:ext cx="15747600" cy="23911800"/>
          </a:xfrm>
          <a:prstGeom prst="rect">
            <a:avLst/>
          </a:prstGeom>
        </p:spPr>
        <p:txBody>
          <a:bodyPr anchorCtr="0" anchor="t" bIns="487475" lIns="487475" spcFirstLastPara="1" rIns="487475" wrap="square" tIns="487475">
            <a:normAutofit/>
          </a:bodyPr>
          <a:lstStyle>
            <a:lvl1pPr indent="-702668" lvl="0" marL="457200">
              <a:spcBef>
                <a:spcPts val="0"/>
              </a:spcBef>
              <a:spcAft>
                <a:spcPts val="0"/>
              </a:spcAft>
              <a:buSzPts val="7466"/>
              <a:buChar char="●"/>
              <a:defRPr sz="7465"/>
            </a:lvl1pPr>
            <a:lvl2pPr indent="-634944" lvl="1" marL="914400">
              <a:spcBef>
                <a:spcPts val="0"/>
              </a:spcBef>
              <a:spcAft>
                <a:spcPts val="0"/>
              </a:spcAft>
              <a:buSzPts val="6399"/>
              <a:buChar char="○"/>
              <a:defRPr sz="6399"/>
            </a:lvl2pPr>
            <a:lvl3pPr indent="-634944" lvl="2" marL="1371600">
              <a:spcBef>
                <a:spcPts val="0"/>
              </a:spcBef>
              <a:spcAft>
                <a:spcPts val="0"/>
              </a:spcAft>
              <a:buSzPts val="6399"/>
              <a:buChar char="■"/>
              <a:defRPr sz="6399"/>
            </a:lvl3pPr>
            <a:lvl4pPr indent="-634944" lvl="3" marL="1828800">
              <a:spcBef>
                <a:spcPts val="0"/>
              </a:spcBef>
              <a:spcAft>
                <a:spcPts val="0"/>
              </a:spcAft>
              <a:buSzPts val="6399"/>
              <a:buChar char="●"/>
              <a:defRPr sz="6399"/>
            </a:lvl4pPr>
            <a:lvl5pPr indent="-634944" lvl="4" marL="2286000">
              <a:spcBef>
                <a:spcPts val="0"/>
              </a:spcBef>
              <a:spcAft>
                <a:spcPts val="0"/>
              </a:spcAft>
              <a:buSzPts val="6399"/>
              <a:buChar char="○"/>
              <a:defRPr sz="6399"/>
            </a:lvl5pPr>
            <a:lvl6pPr indent="-634944" lvl="5" marL="2743200">
              <a:spcBef>
                <a:spcPts val="0"/>
              </a:spcBef>
              <a:spcAft>
                <a:spcPts val="0"/>
              </a:spcAft>
              <a:buSzPts val="6399"/>
              <a:buChar char="■"/>
              <a:defRPr sz="6399"/>
            </a:lvl6pPr>
            <a:lvl7pPr indent="-634944" lvl="6" marL="3200400">
              <a:spcBef>
                <a:spcPts val="0"/>
              </a:spcBef>
              <a:spcAft>
                <a:spcPts val="0"/>
              </a:spcAft>
              <a:buSzPts val="6399"/>
              <a:buChar char="●"/>
              <a:defRPr sz="6399"/>
            </a:lvl7pPr>
            <a:lvl8pPr indent="-634944" lvl="7" marL="3657600">
              <a:spcBef>
                <a:spcPts val="0"/>
              </a:spcBef>
              <a:spcAft>
                <a:spcPts val="0"/>
              </a:spcAft>
              <a:buSzPts val="6399"/>
              <a:buChar char="○"/>
              <a:defRPr sz="6399"/>
            </a:lvl8pPr>
            <a:lvl9pPr indent="-634944" lvl="8" marL="4114800">
              <a:spcBef>
                <a:spcPts val="0"/>
              </a:spcBef>
              <a:spcAft>
                <a:spcPts val="0"/>
              </a:spcAft>
              <a:buSzPts val="6399"/>
              <a:buChar char="■"/>
              <a:defRPr sz="6399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33356133" y="32638438"/>
            <a:ext cx="2160300" cy="2754900"/>
          </a:xfrm>
          <a:prstGeom prst="rect">
            <a:avLst/>
          </a:prstGeom>
        </p:spPr>
        <p:txBody>
          <a:bodyPr anchorCtr="0" anchor="ctr" bIns="487475" lIns="487475" spcFirstLastPara="1" rIns="487475" wrap="square" tIns="487475">
            <a:normAutofit/>
          </a:bodyPr>
          <a:lstStyle>
            <a:lvl1pPr lvl="0">
              <a:buNone/>
              <a:defRPr sz="5332"/>
            </a:lvl1pPr>
            <a:lvl2pPr lvl="1">
              <a:buNone/>
              <a:defRPr sz="5332"/>
            </a:lvl2pPr>
            <a:lvl3pPr lvl="2">
              <a:buNone/>
              <a:defRPr sz="5332"/>
            </a:lvl3pPr>
            <a:lvl4pPr lvl="3">
              <a:buNone/>
              <a:defRPr sz="5332"/>
            </a:lvl4pPr>
            <a:lvl5pPr lvl="4">
              <a:buNone/>
              <a:defRPr sz="5332"/>
            </a:lvl5pPr>
            <a:lvl6pPr lvl="5">
              <a:buNone/>
              <a:defRPr sz="5332"/>
            </a:lvl6pPr>
            <a:lvl7pPr lvl="6">
              <a:buNone/>
              <a:defRPr sz="5332"/>
            </a:lvl7pPr>
            <a:lvl8pPr lvl="7">
              <a:buNone/>
              <a:defRPr sz="5332"/>
            </a:lvl8pPr>
            <a:lvl9pPr lvl="8">
              <a:buNone/>
              <a:defRPr sz="533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1227165" y="3114786"/>
            <a:ext cx="33545700" cy="4008300"/>
          </a:xfrm>
          <a:prstGeom prst="rect">
            <a:avLst/>
          </a:prstGeom>
        </p:spPr>
        <p:txBody>
          <a:bodyPr anchorCtr="0" anchor="t" bIns="487475" lIns="487475" spcFirstLastPara="1" rIns="487475" wrap="square" tIns="487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1pPr>
            <a:lvl2pPr lvl="1"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2pPr>
            <a:lvl3pPr lvl="2"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3pPr>
            <a:lvl4pPr lvl="3"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4pPr>
            <a:lvl5pPr lvl="4"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5pPr>
            <a:lvl6pPr lvl="5"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6pPr>
            <a:lvl7pPr lvl="6"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7pPr>
            <a:lvl8pPr lvl="7"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8pPr>
            <a:lvl9pPr lvl="8">
              <a:spcBef>
                <a:spcPts val="0"/>
              </a:spcBef>
              <a:spcAft>
                <a:spcPts val="0"/>
              </a:spcAft>
              <a:buSzPts val="14931"/>
              <a:buNone/>
              <a:defRPr sz="14931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33356133" y="32638438"/>
            <a:ext cx="2160300" cy="2754900"/>
          </a:xfrm>
          <a:prstGeom prst="rect">
            <a:avLst/>
          </a:prstGeom>
        </p:spPr>
        <p:txBody>
          <a:bodyPr anchorCtr="0" anchor="ctr" bIns="487475" lIns="487475" spcFirstLastPara="1" rIns="487475" wrap="square" tIns="487475">
            <a:normAutofit/>
          </a:bodyPr>
          <a:lstStyle>
            <a:lvl1pPr lvl="0">
              <a:buNone/>
              <a:defRPr sz="5332"/>
            </a:lvl1pPr>
            <a:lvl2pPr lvl="1">
              <a:buNone/>
              <a:defRPr sz="5332"/>
            </a:lvl2pPr>
            <a:lvl3pPr lvl="2">
              <a:buNone/>
              <a:defRPr sz="5332"/>
            </a:lvl3pPr>
            <a:lvl4pPr lvl="3">
              <a:buNone/>
              <a:defRPr sz="5332"/>
            </a:lvl4pPr>
            <a:lvl5pPr lvl="4">
              <a:buNone/>
              <a:defRPr sz="5332"/>
            </a:lvl5pPr>
            <a:lvl6pPr lvl="5">
              <a:buNone/>
              <a:defRPr sz="5332"/>
            </a:lvl6pPr>
            <a:lvl7pPr lvl="6">
              <a:buNone/>
              <a:defRPr sz="5332"/>
            </a:lvl7pPr>
            <a:lvl8pPr lvl="7">
              <a:buNone/>
              <a:defRPr sz="5332"/>
            </a:lvl8pPr>
            <a:lvl9pPr lvl="8">
              <a:buNone/>
              <a:defRPr sz="533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1227165" y="3888714"/>
            <a:ext cx="11055000" cy="5289300"/>
          </a:xfrm>
          <a:prstGeom prst="rect">
            <a:avLst/>
          </a:prstGeom>
        </p:spPr>
        <p:txBody>
          <a:bodyPr anchorCtr="0" anchor="b" bIns="487475" lIns="487475" spcFirstLastPara="1" rIns="487475" wrap="square" tIns="487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798"/>
              <a:buNone/>
              <a:defRPr sz="12798"/>
            </a:lvl1pPr>
            <a:lvl2pPr lvl="1">
              <a:spcBef>
                <a:spcPts val="0"/>
              </a:spcBef>
              <a:spcAft>
                <a:spcPts val="0"/>
              </a:spcAft>
              <a:buSzPts val="12798"/>
              <a:buNone/>
              <a:defRPr sz="12798"/>
            </a:lvl2pPr>
            <a:lvl3pPr lvl="2">
              <a:spcBef>
                <a:spcPts val="0"/>
              </a:spcBef>
              <a:spcAft>
                <a:spcPts val="0"/>
              </a:spcAft>
              <a:buSzPts val="12798"/>
              <a:buNone/>
              <a:defRPr sz="12798"/>
            </a:lvl3pPr>
            <a:lvl4pPr lvl="3">
              <a:spcBef>
                <a:spcPts val="0"/>
              </a:spcBef>
              <a:spcAft>
                <a:spcPts val="0"/>
              </a:spcAft>
              <a:buSzPts val="12798"/>
              <a:buNone/>
              <a:defRPr sz="12798"/>
            </a:lvl4pPr>
            <a:lvl5pPr lvl="4">
              <a:spcBef>
                <a:spcPts val="0"/>
              </a:spcBef>
              <a:spcAft>
                <a:spcPts val="0"/>
              </a:spcAft>
              <a:buSzPts val="12798"/>
              <a:buNone/>
              <a:defRPr sz="12798"/>
            </a:lvl5pPr>
            <a:lvl6pPr lvl="5">
              <a:spcBef>
                <a:spcPts val="0"/>
              </a:spcBef>
              <a:spcAft>
                <a:spcPts val="0"/>
              </a:spcAft>
              <a:buSzPts val="12798"/>
              <a:buNone/>
              <a:defRPr sz="12798"/>
            </a:lvl6pPr>
            <a:lvl7pPr lvl="6">
              <a:spcBef>
                <a:spcPts val="0"/>
              </a:spcBef>
              <a:spcAft>
                <a:spcPts val="0"/>
              </a:spcAft>
              <a:buSzPts val="12798"/>
              <a:buNone/>
              <a:defRPr sz="12798"/>
            </a:lvl7pPr>
            <a:lvl8pPr lvl="7">
              <a:spcBef>
                <a:spcPts val="0"/>
              </a:spcBef>
              <a:spcAft>
                <a:spcPts val="0"/>
              </a:spcAft>
              <a:buSzPts val="12798"/>
              <a:buNone/>
              <a:defRPr sz="12798"/>
            </a:lvl8pPr>
            <a:lvl9pPr lvl="8">
              <a:spcBef>
                <a:spcPts val="0"/>
              </a:spcBef>
              <a:spcAft>
                <a:spcPts val="0"/>
              </a:spcAft>
              <a:buSzPts val="12798"/>
              <a:buNone/>
              <a:defRPr sz="12798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1227165" y="9725984"/>
            <a:ext cx="11055000" cy="22253100"/>
          </a:xfrm>
          <a:prstGeom prst="rect">
            <a:avLst/>
          </a:prstGeom>
        </p:spPr>
        <p:txBody>
          <a:bodyPr anchorCtr="0" anchor="t" bIns="487475" lIns="487475" spcFirstLastPara="1" rIns="487475" wrap="square" tIns="487475">
            <a:normAutofit/>
          </a:bodyPr>
          <a:lstStyle>
            <a:lvl1pPr indent="-634944" lvl="0" marL="457200">
              <a:spcBef>
                <a:spcPts val="0"/>
              </a:spcBef>
              <a:spcAft>
                <a:spcPts val="0"/>
              </a:spcAft>
              <a:buSzPts val="6399"/>
              <a:buChar char="●"/>
              <a:defRPr sz="6399"/>
            </a:lvl1pPr>
            <a:lvl2pPr indent="-634944" lvl="1" marL="914400">
              <a:spcBef>
                <a:spcPts val="0"/>
              </a:spcBef>
              <a:spcAft>
                <a:spcPts val="0"/>
              </a:spcAft>
              <a:buSzPts val="6399"/>
              <a:buChar char="○"/>
              <a:defRPr sz="6399"/>
            </a:lvl2pPr>
            <a:lvl3pPr indent="-634944" lvl="2" marL="1371600">
              <a:spcBef>
                <a:spcPts val="0"/>
              </a:spcBef>
              <a:spcAft>
                <a:spcPts val="0"/>
              </a:spcAft>
              <a:buSzPts val="6399"/>
              <a:buChar char="■"/>
              <a:defRPr sz="6399"/>
            </a:lvl3pPr>
            <a:lvl4pPr indent="-634944" lvl="3" marL="1828800">
              <a:spcBef>
                <a:spcPts val="0"/>
              </a:spcBef>
              <a:spcAft>
                <a:spcPts val="0"/>
              </a:spcAft>
              <a:buSzPts val="6399"/>
              <a:buChar char="●"/>
              <a:defRPr sz="6399"/>
            </a:lvl4pPr>
            <a:lvl5pPr indent="-634944" lvl="4" marL="2286000">
              <a:spcBef>
                <a:spcPts val="0"/>
              </a:spcBef>
              <a:spcAft>
                <a:spcPts val="0"/>
              </a:spcAft>
              <a:buSzPts val="6399"/>
              <a:buChar char="○"/>
              <a:defRPr sz="6399"/>
            </a:lvl5pPr>
            <a:lvl6pPr indent="-634944" lvl="5" marL="2743200">
              <a:spcBef>
                <a:spcPts val="0"/>
              </a:spcBef>
              <a:spcAft>
                <a:spcPts val="0"/>
              </a:spcAft>
              <a:buSzPts val="6399"/>
              <a:buChar char="■"/>
              <a:defRPr sz="6399"/>
            </a:lvl6pPr>
            <a:lvl7pPr indent="-634944" lvl="6" marL="3200400">
              <a:spcBef>
                <a:spcPts val="0"/>
              </a:spcBef>
              <a:spcAft>
                <a:spcPts val="0"/>
              </a:spcAft>
              <a:buSzPts val="6399"/>
              <a:buChar char="●"/>
              <a:defRPr sz="6399"/>
            </a:lvl7pPr>
            <a:lvl8pPr indent="-634944" lvl="7" marL="3657600">
              <a:spcBef>
                <a:spcPts val="0"/>
              </a:spcBef>
              <a:spcAft>
                <a:spcPts val="0"/>
              </a:spcAft>
              <a:buSzPts val="6399"/>
              <a:buChar char="○"/>
              <a:defRPr sz="6399"/>
            </a:lvl8pPr>
            <a:lvl9pPr indent="-634944" lvl="8" marL="4114800">
              <a:spcBef>
                <a:spcPts val="0"/>
              </a:spcBef>
              <a:spcAft>
                <a:spcPts val="0"/>
              </a:spcAft>
              <a:buSzPts val="6399"/>
              <a:buChar char="■"/>
              <a:defRPr sz="6399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33356133" y="32638438"/>
            <a:ext cx="2160300" cy="2754900"/>
          </a:xfrm>
          <a:prstGeom prst="rect">
            <a:avLst/>
          </a:prstGeom>
        </p:spPr>
        <p:txBody>
          <a:bodyPr anchorCtr="0" anchor="ctr" bIns="487475" lIns="487475" spcFirstLastPara="1" rIns="487475" wrap="square" tIns="487475">
            <a:normAutofit/>
          </a:bodyPr>
          <a:lstStyle>
            <a:lvl1pPr lvl="0">
              <a:buNone/>
              <a:defRPr sz="5332"/>
            </a:lvl1pPr>
            <a:lvl2pPr lvl="1">
              <a:buNone/>
              <a:defRPr sz="5332"/>
            </a:lvl2pPr>
            <a:lvl3pPr lvl="2">
              <a:buNone/>
              <a:defRPr sz="5332"/>
            </a:lvl3pPr>
            <a:lvl4pPr lvl="3">
              <a:buNone/>
              <a:defRPr sz="5332"/>
            </a:lvl4pPr>
            <a:lvl5pPr lvl="4">
              <a:buNone/>
              <a:defRPr sz="5332"/>
            </a:lvl5pPr>
            <a:lvl6pPr lvl="5">
              <a:buNone/>
              <a:defRPr sz="5332"/>
            </a:lvl6pPr>
            <a:lvl7pPr lvl="6">
              <a:buNone/>
              <a:defRPr sz="5332"/>
            </a:lvl7pPr>
            <a:lvl8pPr lvl="7">
              <a:buNone/>
              <a:defRPr sz="5332"/>
            </a:lvl8pPr>
            <a:lvl9pPr lvl="8">
              <a:buNone/>
              <a:defRPr sz="533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930118" y="3150656"/>
            <a:ext cx="25070100" cy="28632000"/>
          </a:xfrm>
          <a:prstGeom prst="rect">
            <a:avLst/>
          </a:prstGeom>
        </p:spPr>
        <p:txBody>
          <a:bodyPr anchorCtr="0" anchor="ctr" bIns="487475" lIns="487475" spcFirstLastPara="1" rIns="487475" wrap="square" tIns="487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596"/>
              <a:buNone/>
              <a:defRPr sz="25596"/>
            </a:lvl1pPr>
            <a:lvl2pPr lvl="1">
              <a:spcBef>
                <a:spcPts val="0"/>
              </a:spcBef>
              <a:spcAft>
                <a:spcPts val="0"/>
              </a:spcAft>
              <a:buSzPts val="25596"/>
              <a:buNone/>
              <a:defRPr sz="25596"/>
            </a:lvl2pPr>
            <a:lvl3pPr lvl="2">
              <a:spcBef>
                <a:spcPts val="0"/>
              </a:spcBef>
              <a:spcAft>
                <a:spcPts val="0"/>
              </a:spcAft>
              <a:buSzPts val="25596"/>
              <a:buNone/>
              <a:defRPr sz="25596"/>
            </a:lvl3pPr>
            <a:lvl4pPr lvl="3">
              <a:spcBef>
                <a:spcPts val="0"/>
              </a:spcBef>
              <a:spcAft>
                <a:spcPts val="0"/>
              </a:spcAft>
              <a:buSzPts val="25596"/>
              <a:buNone/>
              <a:defRPr sz="25596"/>
            </a:lvl4pPr>
            <a:lvl5pPr lvl="4">
              <a:spcBef>
                <a:spcPts val="0"/>
              </a:spcBef>
              <a:spcAft>
                <a:spcPts val="0"/>
              </a:spcAft>
              <a:buSzPts val="25596"/>
              <a:buNone/>
              <a:defRPr sz="25596"/>
            </a:lvl5pPr>
            <a:lvl6pPr lvl="5">
              <a:spcBef>
                <a:spcPts val="0"/>
              </a:spcBef>
              <a:spcAft>
                <a:spcPts val="0"/>
              </a:spcAft>
              <a:buSzPts val="25596"/>
              <a:buNone/>
              <a:defRPr sz="25596"/>
            </a:lvl6pPr>
            <a:lvl7pPr lvl="6">
              <a:spcBef>
                <a:spcPts val="0"/>
              </a:spcBef>
              <a:spcAft>
                <a:spcPts val="0"/>
              </a:spcAft>
              <a:buSzPts val="25596"/>
              <a:buNone/>
              <a:defRPr sz="25596"/>
            </a:lvl7pPr>
            <a:lvl8pPr lvl="7">
              <a:spcBef>
                <a:spcPts val="0"/>
              </a:spcBef>
              <a:spcAft>
                <a:spcPts val="0"/>
              </a:spcAft>
              <a:buSzPts val="25596"/>
              <a:buNone/>
              <a:defRPr sz="25596"/>
            </a:lvl8pPr>
            <a:lvl9pPr lvl="8">
              <a:spcBef>
                <a:spcPts val="0"/>
              </a:spcBef>
              <a:spcAft>
                <a:spcPts val="0"/>
              </a:spcAft>
              <a:buSzPts val="25596"/>
              <a:buNone/>
              <a:defRPr sz="25596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33356133" y="32638438"/>
            <a:ext cx="2160300" cy="2754900"/>
          </a:xfrm>
          <a:prstGeom prst="rect">
            <a:avLst/>
          </a:prstGeom>
        </p:spPr>
        <p:txBody>
          <a:bodyPr anchorCtr="0" anchor="ctr" bIns="487475" lIns="487475" spcFirstLastPara="1" rIns="487475" wrap="square" tIns="487475">
            <a:normAutofit/>
          </a:bodyPr>
          <a:lstStyle>
            <a:lvl1pPr lvl="0">
              <a:buNone/>
              <a:defRPr sz="5332"/>
            </a:lvl1pPr>
            <a:lvl2pPr lvl="1">
              <a:buNone/>
              <a:defRPr sz="5332"/>
            </a:lvl2pPr>
            <a:lvl3pPr lvl="2">
              <a:buNone/>
              <a:defRPr sz="5332"/>
            </a:lvl3pPr>
            <a:lvl4pPr lvl="3">
              <a:buNone/>
              <a:defRPr sz="5332"/>
            </a:lvl4pPr>
            <a:lvl5pPr lvl="4">
              <a:buNone/>
              <a:defRPr sz="5332"/>
            </a:lvl5pPr>
            <a:lvl6pPr lvl="5">
              <a:buNone/>
              <a:defRPr sz="5332"/>
            </a:lvl6pPr>
            <a:lvl7pPr lvl="6">
              <a:buNone/>
              <a:defRPr sz="5332"/>
            </a:lvl7pPr>
            <a:lvl8pPr lvl="7">
              <a:buNone/>
              <a:defRPr sz="5332"/>
            </a:lvl8pPr>
            <a:lvl9pPr lvl="8">
              <a:buNone/>
              <a:defRPr sz="533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8000000" y="-875"/>
            <a:ext cx="18000000" cy="36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487475" lIns="487475" spcFirstLastPara="1" rIns="487475" wrap="square" tIns="4874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045276" y="8631146"/>
            <a:ext cx="15926100" cy="10374900"/>
          </a:xfrm>
          <a:prstGeom prst="rect">
            <a:avLst/>
          </a:prstGeom>
        </p:spPr>
        <p:txBody>
          <a:bodyPr anchorCtr="0" anchor="b" bIns="487475" lIns="487475" spcFirstLastPara="1" rIns="487475" wrap="square" tIns="487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397"/>
              <a:buNone/>
              <a:defRPr sz="22396"/>
            </a:lvl1pPr>
            <a:lvl2pPr lvl="1" algn="ctr">
              <a:spcBef>
                <a:spcPts val="0"/>
              </a:spcBef>
              <a:spcAft>
                <a:spcPts val="0"/>
              </a:spcAft>
              <a:buSzPts val="22397"/>
              <a:buNone/>
              <a:defRPr sz="22396"/>
            </a:lvl2pPr>
            <a:lvl3pPr lvl="2" algn="ctr">
              <a:spcBef>
                <a:spcPts val="0"/>
              </a:spcBef>
              <a:spcAft>
                <a:spcPts val="0"/>
              </a:spcAft>
              <a:buSzPts val="22397"/>
              <a:buNone/>
              <a:defRPr sz="22396"/>
            </a:lvl3pPr>
            <a:lvl4pPr lvl="3" algn="ctr">
              <a:spcBef>
                <a:spcPts val="0"/>
              </a:spcBef>
              <a:spcAft>
                <a:spcPts val="0"/>
              </a:spcAft>
              <a:buSzPts val="22397"/>
              <a:buNone/>
              <a:defRPr sz="22396"/>
            </a:lvl4pPr>
            <a:lvl5pPr lvl="4" algn="ctr">
              <a:spcBef>
                <a:spcPts val="0"/>
              </a:spcBef>
              <a:spcAft>
                <a:spcPts val="0"/>
              </a:spcAft>
              <a:buSzPts val="22397"/>
              <a:buNone/>
              <a:defRPr sz="22396"/>
            </a:lvl5pPr>
            <a:lvl6pPr lvl="5" algn="ctr">
              <a:spcBef>
                <a:spcPts val="0"/>
              </a:spcBef>
              <a:spcAft>
                <a:spcPts val="0"/>
              </a:spcAft>
              <a:buSzPts val="22397"/>
              <a:buNone/>
              <a:defRPr sz="22396"/>
            </a:lvl6pPr>
            <a:lvl7pPr lvl="6" algn="ctr">
              <a:spcBef>
                <a:spcPts val="0"/>
              </a:spcBef>
              <a:spcAft>
                <a:spcPts val="0"/>
              </a:spcAft>
              <a:buSzPts val="22397"/>
              <a:buNone/>
              <a:defRPr sz="22396"/>
            </a:lvl7pPr>
            <a:lvl8pPr lvl="7" algn="ctr">
              <a:spcBef>
                <a:spcPts val="0"/>
              </a:spcBef>
              <a:spcAft>
                <a:spcPts val="0"/>
              </a:spcAft>
              <a:buSzPts val="22397"/>
              <a:buNone/>
              <a:defRPr sz="22396"/>
            </a:lvl8pPr>
            <a:lvl9pPr lvl="8" algn="ctr">
              <a:spcBef>
                <a:spcPts val="0"/>
              </a:spcBef>
              <a:spcAft>
                <a:spcPts val="0"/>
              </a:spcAft>
              <a:buSzPts val="22397"/>
              <a:buNone/>
              <a:defRPr sz="22396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045276" y="19619073"/>
            <a:ext cx="15926100" cy="8644500"/>
          </a:xfrm>
          <a:prstGeom prst="rect">
            <a:avLst/>
          </a:prstGeom>
        </p:spPr>
        <p:txBody>
          <a:bodyPr anchorCtr="0" anchor="t" bIns="487475" lIns="487475" spcFirstLastPara="1" rIns="487475" wrap="square" tIns="4874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198"/>
              <a:buNone/>
              <a:defRPr sz="1119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198"/>
              <a:buNone/>
              <a:defRPr sz="11198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198"/>
              <a:buNone/>
              <a:defRPr sz="11198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198"/>
              <a:buNone/>
              <a:defRPr sz="11198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198"/>
              <a:buNone/>
              <a:defRPr sz="11198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198"/>
              <a:buNone/>
              <a:defRPr sz="11198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198"/>
              <a:buNone/>
              <a:defRPr sz="11198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198"/>
              <a:buNone/>
              <a:defRPr sz="11198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198"/>
              <a:buNone/>
              <a:defRPr sz="11198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9446850" y="5067892"/>
            <a:ext cx="15106200" cy="25862400"/>
          </a:xfrm>
          <a:prstGeom prst="rect">
            <a:avLst/>
          </a:prstGeom>
        </p:spPr>
        <p:txBody>
          <a:bodyPr anchorCtr="0" anchor="ctr" bIns="487475" lIns="487475" spcFirstLastPara="1" rIns="487475" wrap="square" tIns="487475">
            <a:normAutofit/>
          </a:bodyPr>
          <a:lstStyle>
            <a:lvl1pPr indent="-838116" lvl="0" marL="457200">
              <a:spcBef>
                <a:spcPts val="0"/>
              </a:spcBef>
              <a:spcAft>
                <a:spcPts val="0"/>
              </a:spcAft>
              <a:buSzPts val="9599"/>
              <a:buChar char="●"/>
              <a:defRPr sz="9598"/>
            </a:lvl1pPr>
            <a:lvl2pPr indent="-702668" lvl="1" marL="914400">
              <a:spcBef>
                <a:spcPts val="0"/>
              </a:spcBef>
              <a:spcAft>
                <a:spcPts val="0"/>
              </a:spcAft>
              <a:buSzPts val="7466"/>
              <a:buChar char="○"/>
              <a:defRPr sz="7465"/>
            </a:lvl2pPr>
            <a:lvl3pPr indent="-702668" lvl="2" marL="1371600">
              <a:spcBef>
                <a:spcPts val="0"/>
              </a:spcBef>
              <a:spcAft>
                <a:spcPts val="0"/>
              </a:spcAft>
              <a:buSzPts val="7466"/>
              <a:buChar char="■"/>
              <a:defRPr sz="7465"/>
            </a:lvl3pPr>
            <a:lvl4pPr indent="-702668" lvl="3" marL="1828800">
              <a:spcBef>
                <a:spcPts val="0"/>
              </a:spcBef>
              <a:spcAft>
                <a:spcPts val="0"/>
              </a:spcAft>
              <a:buSzPts val="7466"/>
              <a:buChar char="●"/>
              <a:defRPr sz="7465"/>
            </a:lvl4pPr>
            <a:lvl5pPr indent="-702668" lvl="4" marL="2286000">
              <a:spcBef>
                <a:spcPts val="0"/>
              </a:spcBef>
              <a:spcAft>
                <a:spcPts val="0"/>
              </a:spcAft>
              <a:buSzPts val="7466"/>
              <a:buChar char="○"/>
              <a:defRPr sz="7465"/>
            </a:lvl5pPr>
            <a:lvl6pPr indent="-702668" lvl="5" marL="2743200">
              <a:spcBef>
                <a:spcPts val="0"/>
              </a:spcBef>
              <a:spcAft>
                <a:spcPts val="0"/>
              </a:spcAft>
              <a:buSzPts val="7466"/>
              <a:buChar char="■"/>
              <a:defRPr sz="7465"/>
            </a:lvl6pPr>
            <a:lvl7pPr indent="-702668" lvl="6" marL="3200400">
              <a:spcBef>
                <a:spcPts val="0"/>
              </a:spcBef>
              <a:spcAft>
                <a:spcPts val="0"/>
              </a:spcAft>
              <a:buSzPts val="7466"/>
              <a:buChar char="●"/>
              <a:defRPr sz="7465"/>
            </a:lvl7pPr>
            <a:lvl8pPr indent="-702668" lvl="7" marL="3657600">
              <a:spcBef>
                <a:spcPts val="0"/>
              </a:spcBef>
              <a:spcAft>
                <a:spcPts val="0"/>
              </a:spcAft>
              <a:buSzPts val="7466"/>
              <a:buChar char="○"/>
              <a:defRPr sz="7465"/>
            </a:lvl8pPr>
            <a:lvl9pPr indent="-702667" lvl="8" marL="4114800">
              <a:spcBef>
                <a:spcPts val="0"/>
              </a:spcBef>
              <a:spcAft>
                <a:spcPts val="0"/>
              </a:spcAft>
              <a:buSzPts val="7466"/>
              <a:buChar char="■"/>
              <a:defRPr sz="7465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33356133" y="32638438"/>
            <a:ext cx="2160300" cy="2754900"/>
          </a:xfrm>
          <a:prstGeom prst="rect">
            <a:avLst/>
          </a:prstGeom>
        </p:spPr>
        <p:txBody>
          <a:bodyPr anchorCtr="0" anchor="ctr" bIns="487475" lIns="487475" spcFirstLastPara="1" rIns="487475" wrap="square" tIns="487475">
            <a:normAutofit/>
          </a:bodyPr>
          <a:lstStyle>
            <a:lvl1pPr lvl="0">
              <a:buNone/>
              <a:defRPr sz="5332"/>
            </a:lvl1pPr>
            <a:lvl2pPr lvl="1">
              <a:buNone/>
              <a:defRPr sz="5332"/>
            </a:lvl2pPr>
            <a:lvl3pPr lvl="2">
              <a:buNone/>
              <a:defRPr sz="5332"/>
            </a:lvl3pPr>
            <a:lvl4pPr lvl="3">
              <a:buNone/>
              <a:defRPr sz="5332"/>
            </a:lvl4pPr>
            <a:lvl5pPr lvl="4">
              <a:buNone/>
              <a:defRPr sz="5332"/>
            </a:lvl5pPr>
            <a:lvl6pPr lvl="5">
              <a:buNone/>
              <a:defRPr sz="5332"/>
            </a:lvl6pPr>
            <a:lvl7pPr lvl="6">
              <a:buNone/>
              <a:defRPr sz="5332"/>
            </a:lvl7pPr>
            <a:lvl8pPr lvl="7">
              <a:buNone/>
              <a:defRPr sz="5332"/>
            </a:lvl8pPr>
            <a:lvl9pPr lvl="8">
              <a:buNone/>
              <a:defRPr sz="533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1227165" y="29610324"/>
            <a:ext cx="23617200" cy="4235100"/>
          </a:xfrm>
          <a:prstGeom prst="rect">
            <a:avLst/>
          </a:prstGeom>
        </p:spPr>
        <p:txBody>
          <a:bodyPr anchorCtr="0" anchor="ctr" bIns="487475" lIns="487475" spcFirstLastPara="1" rIns="487475" wrap="square" tIns="4874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599"/>
              <a:buNone/>
              <a:defRPr sz="9598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33356133" y="32638438"/>
            <a:ext cx="2160300" cy="2754900"/>
          </a:xfrm>
          <a:prstGeom prst="rect">
            <a:avLst/>
          </a:prstGeom>
        </p:spPr>
        <p:txBody>
          <a:bodyPr anchorCtr="0" anchor="ctr" bIns="487475" lIns="487475" spcFirstLastPara="1" rIns="487475" wrap="square" tIns="487475">
            <a:normAutofit/>
          </a:bodyPr>
          <a:lstStyle>
            <a:lvl1pPr lvl="0">
              <a:buNone/>
              <a:defRPr sz="5332"/>
            </a:lvl1pPr>
            <a:lvl2pPr lvl="1">
              <a:buNone/>
              <a:defRPr sz="5332"/>
            </a:lvl2pPr>
            <a:lvl3pPr lvl="2">
              <a:buNone/>
              <a:defRPr sz="5332"/>
            </a:lvl3pPr>
            <a:lvl4pPr lvl="3">
              <a:buNone/>
              <a:defRPr sz="5332"/>
            </a:lvl4pPr>
            <a:lvl5pPr lvl="4">
              <a:buNone/>
              <a:defRPr sz="5332"/>
            </a:lvl5pPr>
            <a:lvl6pPr lvl="5">
              <a:buNone/>
              <a:defRPr sz="5332"/>
            </a:lvl6pPr>
            <a:lvl7pPr lvl="6">
              <a:buNone/>
              <a:defRPr sz="5332"/>
            </a:lvl7pPr>
            <a:lvl8pPr lvl="7">
              <a:buNone/>
              <a:defRPr sz="5332"/>
            </a:lvl8pPr>
            <a:lvl9pPr lvl="8">
              <a:buNone/>
              <a:defRPr sz="533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1227165" y="7741907"/>
            <a:ext cx="33545700" cy="13742700"/>
          </a:xfrm>
          <a:prstGeom prst="rect">
            <a:avLst/>
          </a:prstGeom>
        </p:spPr>
        <p:txBody>
          <a:bodyPr anchorCtr="0" anchor="b" bIns="487475" lIns="487475" spcFirstLastPara="1" rIns="487475" wrap="square" tIns="4874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3991"/>
              <a:buNone/>
              <a:defRPr sz="63991"/>
            </a:lvl1pPr>
            <a:lvl2pPr lvl="1" algn="ctr">
              <a:spcBef>
                <a:spcPts val="0"/>
              </a:spcBef>
              <a:spcAft>
                <a:spcPts val="0"/>
              </a:spcAft>
              <a:buSzPts val="63991"/>
              <a:buNone/>
              <a:defRPr sz="63991"/>
            </a:lvl2pPr>
            <a:lvl3pPr lvl="2" algn="ctr">
              <a:spcBef>
                <a:spcPts val="0"/>
              </a:spcBef>
              <a:spcAft>
                <a:spcPts val="0"/>
              </a:spcAft>
              <a:buSzPts val="63991"/>
              <a:buNone/>
              <a:defRPr sz="63991"/>
            </a:lvl3pPr>
            <a:lvl4pPr lvl="3" algn="ctr">
              <a:spcBef>
                <a:spcPts val="0"/>
              </a:spcBef>
              <a:spcAft>
                <a:spcPts val="0"/>
              </a:spcAft>
              <a:buSzPts val="63991"/>
              <a:buNone/>
              <a:defRPr sz="63991"/>
            </a:lvl4pPr>
            <a:lvl5pPr lvl="4" algn="ctr">
              <a:spcBef>
                <a:spcPts val="0"/>
              </a:spcBef>
              <a:spcAft>
                <a:spcPts val="0"/>
              </a:spcAft>
              <a:buSzPts val="63991"/>
              <a:buNone/>
              <a:defRPr sz="63991"/>
            </a:lvl5pPr>
            <a:lvl6pPr lvl="5" algn="ctr">
              <a:spcBef>
                <a:spcPts val="0"/>
              </a:spcBef>
              <a:spcAft>
                <a:spcPts val="0"/>
              </a:spcAft>
              <a:buSzPts val="63991"/>
              <a:buNone/>
              <a:defRPr sz="63991"/>
            </a:lvl6pPr>
            <a:lvl7pPr lvl="6" algn="ctr">
              <a:spcBef>
                <a:spcPts val="0"/>
              </a:spcBef>
              <a:spcAft>
                <a:spcPts val="0"/>
              </a:spcAft>
              <a:buSzPts val="63991"/>
              <a:buNone/>
              <a:defRPr sz="63991"/>
            </a:lvl7pPr>
            <a:lvl8pPr lvl="7" algn="ctr">
              <a:spcBef>
                <a:spcPts val="0"/>
              </a:spcBef>
              <a:spcAft>
                <a:spcPts val="0"/>
              </a:spcAft>
              <a:buSzPts val="63991"/>
              <a:buNone/>
              <a:defRPr sz="63991"/>
            </a:lvl8pPr>
            <a:lvl9pPr lvl="8" algn="ctr">
              <a:spcBef>
                <a:spcPts val="0"/>
              </a:spcBef>
              <a:spcAft>
                <a:spcPts val="0"/>
              </a:spcAft>
              <a:buSzPts val="63991"/>
              <a:buNone/>
              <a:defRPr sz="63991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1227165" y="22062817"/>
            <a:ext cx="33545700" cy="9104400"/>
          </a:xfrm>
          <a:prstGeom prst="rect">
            <a:avLst/>
          </a:prstGeom>
        </p:spPr>
        <p:txBody>
          <a:bodyPr anchorCtr="0" anchor="t" bIns="487475" lIns="487475" spcFirstLastPara="1" rIns="487475" wrap="square" tIns="487475">
            <a:normAutofit/>
          </a:bodyPr>
          <a:lstStyle>
            <a:lvl1pPr indent="-838116" lvl="0" marL="457200" algn="ctr">
              <a:spcBef>
                <a:spcPts val="0"/>
              </a:spcBef>
              <a:spcAft>
                <a:spcPts val="0"/>
              </a:spcAft>
              <a:buSzPts val="9599"/>
              <a:buChar char="●"/>
              <a:defRPr sz="9598"/>
            </a:lvl1pPr>
            <a:lvl2pPr indent="-702668" lvl="1" marL="914400" algn="ctr">
              <a:spcBef>
                <a:spcPts val="0"/>
              </a:spcBef>
              <a:spcAft>
                <a:spcPts val="0"/>
              </a:spcAft>
              <a:buSzPts val="7466"/>
              <a:buChar char="○"/>
              <a:defRPr sz="7465"/>
            </a:lvl2pPr>
            <a:lvl3pPr indent="-702668" lvl="2" marL="1371600" algn="ctr">
              <a:spcBef>
                <a:spcPts val="0"/>
              </a:spcBef>
              <a:spcAft>
                <a:spcPts val="0"/>
              </a:spcAft>
              <a:buSzPts val="7466"/>
              <a:buChar char="■"/>
              <a:defRPr sz="7465"/>
            </a:lvl3pPr>
            <a:lvl4pPr indent="-702668" lvl="3" marL="1828800" algn="ctr">
              <a:spcBef>
                <a:spcPts val="0"/>
              </a:spcBef>
              <a:spcAft>
                <a:spcPts val="0"/>
              </a:spcAft>
              <a:buSzPts val="7466"/>
              <a:buChar char="●"/>
              <a:defRPr sz="7465"/>
            </a:lvl4pPr>
            <a:lvl5pPr indent="-702668" lvl="4" marL="2286000" algn="ctr">
              <a:spcBef>
                <a:spcPts val="0"/>
              </a:spcBef>
              <a:spcAft>
                <a:spcPts val="0"/>
              </a:spcAft>
              <a:buSzPts val="7466"/>
              <a:buChar char="○"/>
              <a:defRPr sz="7465"/>
            </a:lvl5pPr>
            <a:lvl6pPr indent="-702668" lvl="5" marL="2743200" algn="ctr">
              <a:spcBef>
                <a:spcPts val="0"/>
              </a:spcBef>
              <a:spcAft>
                <a:spcPts val="0"/>
              </a:spcAft>
              <a:buSzPts val="7466"/>
              <a:buChar char="■"/>
              <a:defRPr sz="7465"/>
            </a:lvl6pPr>
            <a:lvl7pPr indent="-702668" lvl="6" marL="3200400" algn="ctr">
              <a:spcBef>
                <a:spcPts val="0"/>
              </a:spcBef>
              <a:spcAft>
                <a:spcPts val="0"/>
              </a:spcAft>
              <a:buSzPts val="7466"/>
              <a:buChar char="●"/>
              <a:defRPr sz="7465"/>
            </a:lvl7pPr>
            <a:lvl8pPr indent="-702668" lvl="7" marL="3657600" algn="ctr">
              <a:spcBef>
                <a:spcPts val="0"/>
              </a:spcBef>
              <a:spcAft>
                <a:spcPts val="0"/>
              </a:spcAft>
              <a:buSzPts val="7466"/>
              <a:buChar char="○"/>
              <a:defRPr sz="7465"/>
            </a:lvl8pPr>
            <a:lvl9pPr indent="-702667" lvl="8" marL="4114800" algn="ctr">
              <a:spcBef>
                <a:spcPts val="0"/>
              </a:spcBef>
              <a:spcAft>
                <a:spcPts val="0"/>
              </a:spcAft>
              <a:buSzPts val="7466"/>
              <a:buChar char="■"/>
              <a:defRPr sz="7465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33356133" y="32638438"/>
            <a:ext cx="2160300" cy="2754900"/>
          </a:xfrm>
          <a:prstGeom prst="rect">
            <a:avLst/>
          </a:prstGeom>
        </p:spPr>
        <p:txBody>
          <a:bodyPr anchorCtr="0" anchor="ctr" bIns="487475" lIns="487475" spcFirstLastPara="1" rIns="487475" wrap="square" tIns="487475">
            <a:normAutofit/>
          </a:bodyPr>
          <a:lstStyle>
            <a:lvl1pPr lvl="0">
              <a:buNone/>
              <a:defRPr sz="5332"/>
            </a:lvl1pPr>
            <a:lvl2pPr lvl="1">
              <a:buNone/>
              <a:defRPr sz="5332"/>
            </a:lvl2pPr>
            <a:lvl3pPr lvl="2">
              <a:buNone/>
              <a:defRPr sz="5332"/>
            </a:lvl3pPr>
            <a:lvl4pPr lvl="3">
              <a:buNone/>
              <a:defRPr sz="5332"/>
            </a:lvl4pPr>
            <a:lvl5pPr lvl="4">
              <a:buNone/>
              <a:defRPr sz="5332"/>
            </a:lvl5pPr>
            <a:lvl6pPr lvl="5">
              <a:buNone/>
              <a:defRPr sz="5332"/>
            </a:lvl6pPr>
            <a:lvl7pPr lvl="6">
              <a:buNone/>
              <a:defRPr sz="5332"/>
            </a:lvl7pPr>
            <a:lvl8pPr lvl="7">
              <a:buNone/>
              <a:defRPr sz="5332"/>
            </a:lvl8pPr>
            <a:lvl9pPr lvl="8">
              <a:buNone/>
              <a:defRPr sz="533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33356133" y="32638438"/>
            <a:ext cx="2160300" cy="2754900"/>
          </a:xfrm>
          <a:prstGeom prst="rect">
            <a:avLst/>
          </a:prstGeom>
        </p:spPr>
        <p:txBody>
          <a:bodyPr anchorCtr="0" anchor="ctr" bIns="487475" lIns="487475" spcFirstLastPara="1" rIns="487475" wrap="square" tIns="487475">
            <a:normAutofit/>
          </a:bodyPr>
          <a:lstStyle>
            <a:lvl1pPr lvl="0">
              <a:buNone/>
              <a:defRPr sz="5332"/>
            </a:lvl1pPr>
            <a:lvl2pPr lvl="1">
              <a:buNone/>
              <a:defRPr sz="5332"/>
            </a:lvl2pPr>
            <a:lvl3pPr lvl="2">
              <a:buNone/>
              <a:defRPr sz="5332"/>
            </a:lvl3pPr>
            <a:lvl4pPr lvl="3">
              <a:buNone/>
              <a:defRPr sz="5332"/>
            </a:lvl4pPr>
            <a:lvl5pPr lvl="4">
              <a:buNone/>
              <a:defRPr sz="5332"/>
            </a:lvl5pPr>
            <a:lvl6pPr lvl="5">
              <a:buNone/>
              <a:defRPr sz="5332"/>
            </a:lvl6pPr>
            <a:lvl7pPr lvl="6">
              <a:buNone/>
              <a:defRPr sz="5332"/>
            </a:lvl7pPr>
            <a:lvl8pPr lvl="7">
              <a:buNone/>
              <a:defRPr sz="5332"/>
            </a:lvl8pPr>
            <a:lvl9pPr lvl="8">
              <a:buNone/>
              <a:defRPr sz="5332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227165" y="3114786"/>
            <a:ext cx="33545700" cy="4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475" lIns="487475" spcFirstLastPara="1" rIns="487475" wrap="square" tIns="4874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1"/>
              <a:buNone/>
              <a:defRPr sz="1493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1"/>
              <a:buNone/>
              <a:defRPr sz="1493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1"/>
              <a:buNone/>
              <a:defRPr sz="1493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1"/>
              <a:buNone/>
              <a:defRPr sz="1493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1"/>
              <a:buNone/>
              <a:defRPr sz="1493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1"/>
              <a:buNone/>
              <a:defRPr sz="1493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1"/>
              <a:buNone/>
              <a:defRPr sz="1493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1"/>
              <a:buNone/>
              <a:defRPr sz="1493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931"/>
              <a:buNone/>
              <a:defRPr sz="14931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227165" y="8066317"/>
            <a:ext cx="33545700" cy="239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475" lIns="487475" spcFirstLastPara="1" rIns="487475" wrap="square" tIns="487475">
            <a:normAutofit/>
          </a:bodyPr>
          <a:lstStyle>
            <a:lvl1pPr indent="-838116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599"/>
              <a:buChar char="●"/>
              <a:defRPr sz="9598">
                <a:solidFill>
                  <a:schemeClr val="dk2"/>
                </a:solidFill>
              </a:defRPr>
            </a:lvl1pPr>
            <a:lvl2pPr indent="-702668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6"/>
              <a:buChar char="○"/>
              <a:defRPr sz="7465">
                <a:solidFill>
                  <a:schemeClr val="dk2"/>
                </a:solidFill>
              </a:defRPr>
            </a:lvl2pPr>
            <a:lvl3pPr indent="-702668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6"/>
              <a:buChar char="■"/>
              <a:defRPr sz="7465">
                <a:solidFill>
                  <a:schemeClr val="dk2"/>
                </a:solidFill>
              </a:defRPr>
            </a:lvl3pPr>
            <a:lvl4pPr indent="-702668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6"/>
              <a:buChar char="●"/>
              <a:defRPr sz="7465">
                <a:solidFill>
                  <a:schemeClr val="dk2"/>
                </a:solidFill>
              </a:defRPr>
            </a:lvl4pPr>
            <a:lvl5pPr indent="-702668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6"/>
              <a:buChar char="○"/>
              <a:defRPr sz="7465">
                <a:solidFill>
                  <a:schemeClr val="dk2"/>
                </a:solidFill>
              </a:defRPr>
            </a:lvl5pPr>
            <a:lvl6pPr indent="-702668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6"/>
              <a:buChar char="■"/>
              <a:defRPr sz="7465">
                <a:solidFill>
                  <a:schemeClr val="dk2"/>
                </a:solidFill>
              </a:defRPr>
            </a:lvl6pPr>
            <a:lvl7pPr indent="-702668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6"/>
              <a:buChar char="●"/>
              <a:defRPr sz="7465">
                <a:solidFill>
                  <a:schemeClr val="dk2"/>
                </a:solidFill>
              </a:defRPr>
            </a:lvl7pPr>
            <a:lvl8pPr indent="-702668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6"/>
              <a:buChar char="○"/>
              <a:defRPr sz="7465">
                <a:solidFill>
                  <a:schemeClr val="dk2"/>
                </a:solidFill>
              </a:defRPr>
            </a:lvl8pPr>
            <a:lvl9pPr indent="-702667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466"/>
              <a:buChar char="■"/>
              <a:defRPr sz="7465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33356133" y="32638438"/>
            <a:ext cx="2160300" cy="27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7475" lIns="487475" spcFirstLastPara="1" rIns="487475" wrap="square" tIns="487475">
            <a:normAutofit/>
          </a:bodyPr>
          <a:lstStyle>
            <a:lvl1pPr lvl="0" algn="r">
              <a:buNone/>
              <a:defRPr sz="5332">
                <a:solidFill>
                  <a:schemeClr val="dk2"/>
                </a:solidFill>
              </a:defRPr>
            </a:lvl1pPr>
            <a:lvl2pPr lvl="1" algn="r">
              <a:buNone/>
              <a:defRPr sz="5332">
                <a:solidFill>
                  <a:schemeClr val="dk2"/>
                </a:solidFill>
              </a:defRPr>
            </a:lvl2pPr>
            <a:lvl3pPr lvl="2" algn="r">
              <a:buNone/>
              <a:defRPr sz="5332">
                <a:solidFill>
                  <a:schemeClr val="dk2"/>
                </a:solidFill>
              </a:defRPr>
            </a:lvl3pPr>
            <a:lvl4pPr lvl="3" algn="r">
              <a:buNone/>
              <a:defRPr sz="5332">
                <a:solidFill>
                  <a:schemeClr val="dk2"/>
                </a:solidFill>
              </a:defRPr>
            </a:lvl4pPr>
            <a:lvl5pPr lvl="4" algn="r">
              <a:buNone/>
              <a:defRPr sz="5332">
                <a:solidFill>
                  <a:schemeClr val="dk2"/>
                </a:solidFill>
              </a:defRPr>
            </a:lvl5pPr>
            <a:lvl6pPr lvl="5" algn="r">
              <a:buNone/>
              <a:defRPr sz="5332">
                <a:solidFill>
                  <a:schemeClr val="dk2"/>
                </a:solidFill>
              </a:defRPr>
            </a:lvl6pPr>
            <a:lvl7pPr lvl="6" algn="r">
              <a:buNone/>
              <a:defRPr sz="5332">
                <a:solidFill>
                  <a:schemeClr val="dk2"/>
                </a:solidFill>
              </a:defRPr>
            </a:lvl7pPr>
            <a:lvl8pPr lvl="7" algn="r">
              <a:buNone/>
              <a:defRPr sz="5332">
                <a:solidFill>
                  <a:schemeClr val="dk2"/>
                </a:solidFill>
              </a:defRPr>
            </a:lvl8pPr>
            <a:lvl9pPr lvl="8" algn="r">
              <a:buNone/>
              <a:defRPr sz="5332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body"/>
          </p:nvPr>
        </p:nvSpPr>
        <p:spPr>
          <a:xfrm>
            <a:off x="0" y="2981102"/>
            <a:ext cx="16207200" cy="33018300"/>
          </a:xfrm>
          <a:prstGeom prst="rect">
            <a:avLst/>
          </a:prstGeom>
        </p:spPr>
        <p:txBody>
          <a:bodyPr anchorCtr="0" anchor="t" bIns="487475" lIns="487475" spcFirstLastPara="1" rIns="487475" wrap="square" tIns="487475">
            <a:normAutofit lnSpcReduction="2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6399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5108">
                <a:solidFill>
                  <a:schemeClr val="dk1"/>
                </a:solidFill>
              </a:rPr>
              <a:t>INTRODUÇÃO</a:t>
            </a:r>
            <a:endParaRPr b="1" sz="5108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3999">
                <a:solidFill>
                  <a:schemeClr val="dk1"/>
                </a:solidFill>
              </a:rPr>
              <a:t>Um agente é uma aplicação que reconhece o ambiente por meio de sensores e realiza a sua ação por meio de atuadores.Os agentes não se restringem a objetos físicos, eles também podem ser representados como uma solução de software, um bom exemplo que é bastante usado atualmente é o ChatGTP, ele tem como característica ser um agente de aprendizado.</a:t>
            </a:r>
            <a:endParaRPr sz="3999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3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3999">
                <a:solidFill>
                  <a:schemeClr val="dk1"/>
                </a:solidFill>
              </a:rPr>
              <a:t>Este projeto tem como objetivo implementar um agente com os tipos diferentes de algoritmos, através de geração procedural de labirintos com ajuste adaptativo de dificuldade. Sendo assim escolhemos a utilização do algoritmo Q-Learning e o A* para que seja possível comparar um aprendizado puramente empírico com outro baseado em uma heurística ou com informação adicional de eficiência. </a:t>
            </a:r>
            <a:endParaRPr sz="3999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5333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pt-BR" sz="5108">
                <a:solidFill>
                  <a:schemeClr val="dk1"/>
                </a:solidFill>
              </a:rPr>
              <a:t>METODOLOGIA</a:t>
            </a:r>
            <a:endParaRPr b="1" sz="5108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3999">
                <a:solidFill>
                  <a:schemeClr val="dk1"/>
                </a:solidFill>
              </a:rPr>
              <a:t>O projeto segue um ciclo científico: </a:t>
            </a:r>
            <a:r>
              <a:rPr b="1" lang="pt-BR" sz="3999">
                <a:solidFill>
                  <a:schemeClr val="dk1"/>
                </a:solidFill>
              </a:rPr>
              <a:t>Planejamento</a:t>
            </a:r>
            <a:r>
              <a:rPr lang="pt-BR" sz="3999">
                <a:solidFill>
                  <a:schemeClr val="dk1"/>
                </a:solidFill>
              </a:rPr>
              <a:t> definição de objetivos e metodologia, </a:t>
            </a:r>
            <a:r>
              <a:rPr b="1" lang="pt-BR" sz="3999">
                <a:solidFill>
                  <a:schemeClr val="dk1"/>
                </a:solidFill>
              </a:rPr>
              <a:t>Implementação</a:t>
            </a:r>
            <a:r>
              <a:rPr lang="pt-BR" sz="3999">
                <a:solidFill>
                  <a:schemeClr val="dk1"/>
                </a:solidFill>
              </a:rPr>
              <a:t> onde codificamos os algoritmos A* e Q-Learning, </a:t>
            </a:r>
            <a:r>
              <a:rPr b="1" lang="pt-BR" sz="3999">
                <a:solidFill>
                  <a:schemeClr val="dk1"/>
                </a:solidFill>
              </a:rPr>
              <a:t>Testes</a:t>
            </a:r>
            <a:r>
              <a:rPr lang="pt-BR" sz="3999">
                <a:solidFill>
                  <a:schemeClr val="dk1"/>
                </a:solidFill>
              </a:rPr>
              <a:t> onde foram executadas 3600 rodadas e o Agente Adaptativo, e </a:t>
            </a:r>
            <a:r>
              <a:rPr b="1" lang="pt-BR" sz="3999">
                <a:solidFill>
                  <a:schemeClr val="dk1"/>
                </a:solidFill>
              </a:rPr>
              <a:t>Análise de Resultados </a:t>
            </a:r>
            <a:r>
              <a:rPr lang="pt-BR" sz="3999">
                <a:solidFill>
                  <a:schemeClr val="dk1"/>
                </a:solidFill>
              </a:rPr>
              <a:t>que avalia métricas, como eficiência, e visualiza a convergência do Q-Learning.</a:t>
            </a:r>
            <a:br>
              <a:rPr lang="pt-BR" sz="3999">
                <a:solidFill>
                  <a:schemeClr val="dk1"/>
                </a:solidFill>
              </a:rPr>
            </a:br>
            <a:br>
              <a:rPr lang="pt-BR" sz="3999">
                <a:solidFill>
                  <a:schemeClr val="dk1"/>
                </a:solidFill>
              </a:rPr>
            </a:br>
            <a:r>
              <a:rPr lang="pt-BR" sz="3999">
                <a:solidFill>
                  <a:schemeClr val="dk1"/>
                </a:solidFill>
              </a:rPr>
              <a:t>A Busca A* é um método heurístico que busca o caminho mais curto de forma eficiente.</a:t>
            </a:r>
            <a:br>
              <a:rPr lang="pt-BR" sz="3999">
                <a:solidFill>
                  <a:schemeClr val="dk1"/>
                </a:solidFill>
              </a:rPr>
            </a:br>
            <a:br>
              <a:rPr lang="pt-BR" sz="3999">
                <a:solidFill>
                  <a:schemeClr val="dk1"/>
                </a:solidFill>
              </a:rPr>
            </a:br>
            <a:r>
              <a:rPr lang="pt-BR" sz="3999">
                <a:solidFill>
                  <a:schemeClr val="dk1"/>
                </a:solidFill>
              </a:rPr>
              <a:t>O algoritmo Q-learning usa aprendizado por reforço tabular para testar a adaptabilidade</a:t>
            </a:r>
            <a:r>
              <a:rPr lang="pt-BR" sz="3999">
                <a:solidFill>
                  <a:schemeClr val="dk1"/>
                </a:solidFill>
              </a:rPr>
              <a:t>, e é estruturado como demonstrado na figura abaixo:</a:t>
            </a:r>
            <a:endParaRPr sz="3999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6399"/>
              </a:spcBef>
              <a:spcAft>
                <a:spcPts val="0"/>
              </a:spcAft>
              <a:buNone/>
            </a:pPr>
            <a:r>
              <a:t/>
            </a:r>
            <a:endParaRPr sz="3999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6399"/>
              </a:spcBef>
              <a:spcAft>
                <a:spcPts val="0"/>
              </a:spcAft>
              <a:buNone/>
            </a:pPr>
            <a:r>
              <a:t/>
            </a:r>
            <a:endParaRPr sz="3999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6399"/>
              </a:spcBef>
              <a:spcAft>
                <a:spcPts val="0"/>
              </a:spcAft>
              <a:buNone/>
            </a:pPr>
            <a:r>
              <a:t/>
            </a:r>
            <a:endParaRPr sz="3999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6399"/>
              </a:spcBef>
              <a:spcAft>
                <a:spcPts val="0"/>
              </a:spcAft>
              <a:buNone/>
            </a:pPr>
            <a:r>
              <a:t/>
            </a:r>
            <a:endParaRPr sz="3732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6399"/>
              </a:spcBef>
              <a:spcAft>
                <a:spcPts val="0"/>
              </a:spcAft>
              <a:buNone/>
            </a:pPr>
            <a:br>
              <a:rPr b="1" lang="pt-BR" sz="5108">
                <a:solidFill>
                  <a:schemeClr val="dk1"/>
                </a:solidFill>
              </a:rPr>
            </a:br>
            <a:br>
              <a:rPr b="1" lang="pt-BR" sz="5108">
                <a:solidFill>
                  <a:schemeClr val="dk1"/>
                </a:solidFill>
              </a:rPr>
            </a:br>
            <a:r>
              <a:rPr b="1" lang="pt-BR" sz="5108">
                <a:solidFill>
                  <a:schemeClr val="dk1"/>
                </a:solidFill>
              </a:rPr>
              <a:t>RESULTADOS</a:t>
            </a:r>
            <a:br>
              <a:rPr lang="pt-BR" sz="3732">
                <a:solidFill>
                  <a:schemeClr val="dk1"/>
                </a:solidFill>
              </a:rPr>
            </a:br>
            <a:r>
              <a:rPr lang="pt-BR" sz="3950">
                <a:solidFill>
                  <a:schemeClr val="dk1"/>
                </a:solidFill>
              </a:rPr>
              <a:t>A Busca A* e o Q-learning foram comparados após um total de 3600 rodadas. Durante os testes, após 2623 rodadas, Q-learning atingiu a mesma eficiência (1,06) que a Busca A* nessa mesma rodada ele</a:t>
            </a:r>
            <a:r>
              <a:rPr lang="pt-BR" sz="3950">
                <a:solidFill>
                  <a:schemeClr val="dk1"/>
                </a:solidFill>
              </a:rPr>
              <a:t> resolveu o labirinto em 38 passos, próximo ao mínimo de A* ( que foram 36 passos).</a:t>
            </a:r>
            <a:br>
              <a:rPr lang="pt-BR" sz="3350">
                <a:solidFill>
                  <a:schemeClr val="dk1"/>
                </a:solidFill>
              </a:rPr>
            </a:br>
            <a:endParaRPr sz="11895"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3807" l="18197" r="22816" t="2401"/>
          <a:stretch/>
        </p:blipFill>
        <p:spPr>
          <a:xfrm>
            <a:off x="3673725" y="21330850"/>
            <a:ext cx="10147800" cy="76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>
            <p:ph idx="2" type="body"/>
          </p:nvPr>
        </p:nvSpPr>
        <p:spPr>
          <a:xfrm>
            <a:off x="16775875" y="10939975"/>
            <a:ext cx="18767700" cy="25059900"/>
          </a:xfrm>
          <a:prstGeom prst="rect">
            <a:avLst/>
          </a:prstGeom>
        </p:spPr>
        <p:txBody>
          <a:bodyPr anchorCtr="0" anchor="t" bIns="487475" lIns="487475" spcFirstLastPara="1" rIns="487475" wrap="square" tIns="487475">
            <a:normAutofit lnSpcReduction="1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950">
                <a:solidFill>
                  <a:schemeClr val="dk1"/>
                </a:solidFill>
              </a:rPr>
              <a:t>O ponto mais significativo reside no comportamento esperado do Q-Learning. Enquanto o algoritmo A* tem uma eficiência fixa, o Q-Learning é adaptativo. Ele é projetado para aprender continuamente e ajustar sua política de ação. Uma vez que a Tabela Q esteja totalmente preenchida, a tendência é que o Q-Learning, em testes prolongados e em ambientes dinâmicos</a:t>
            </a:r>
            <a:r>
              <a:rPr lang="pt-BR" sz="3950">
                <a:solidFill>
                  <a:schemeClr val="dk1"/>
                </a:solidFill>
              </a:rPr>
              <a:t>, ultrapasse a eficácia do A* ao encontrar soluções m</a:t>
            </a:r>
            <a:r>
              <a:rPr lang="pt-BR" sz="3950">
                <a:solidFill>
                  <a:schemeClr val="dk1"/>
                </a:solidFill>
              </a:rPr>
              <a:t>ais robustas e generalizáveis, ou ao se adaptar a mudanças ambientais para as quais o A* não foi preparado. </a:t>
            </a:r>
            <a:br>
              <a:rPr lang="pt-BR" sz="3950">
                <a:solidFill>
                  <a:schemeClr val="dk1"/>
                </a:solidFill>
              </a:rPr>
            </a:br>
            <a:br>
              <a:rPr lang="pt-BR" sz="3950">
                <a:solidFill>
                  <a:schemeClr val="dk1"/>
                </a:solidFill>
              </a:rPr>
            </a:br>
            <a:r>
              <a:rPr lang="pt-BR" sz="3950">
                <a:solidFill>
                  <a:schemeClr val="dk1"/>
                </a:solidFill>
              </a:rPr>
              <a:t>O gráfico de "Número de Passos por Episódio" valida a convergência do Q-Learning. A oscilação inicial da linha vermelha (Q-Learning) reflete a exploração, mas sua base se comprime em direção à linha ideal do A* (Ótimo).</a:t>
            </a:r>
            <a:endParaRPr sz="3950"/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pt-BR" sz="4300">
                <a:solidFill>
                  <a:schemeClr val="dk1"/>
                </a:solidFill>
              </a:rPr>
            </a:br>
            <a:br>
              <a:rPr b="1" lang="pt-BR" sz="4300">
                <a:solidFill>
                  <a:schemeClr val="dk1"/>
                </a:solidFill>
              </a:rPr>
            </a:br>
            <a:br>
              <a:rPr b="1" lang="pt-BR" sz="4300">
                <a:solidFill>
                  <a:schemeClr val="dk1"/>
                </a:solidFill>
              </a:rPr>
            </a:br>
            <a:br>
              <a:rPr b="1" lang="pt-BR" sz="4300">
                <a:solidFill>
                  <a:schemeClr val="dk1"/>
                </a:solidFill>
              </a:rPr>
            </a:br>
            <a:br>
              <a:rPr b="1" lang="pt-BR" sz="4300">
                <a:solidFill>
                  <a:schemeClr val="dk1"/>
                </a:solidFill>
              </a:rPr>
            </a:br>
            <a:br>
              <a:rPr b="1" lang="pt-BR" sz="4300">
                <a:solidFill>
                  <a:schemeClr val="dk1"/>
                </a:solidFill>
              </a:rPr>
            </a:br>
            <a:br>
              <a:rPr b="1" lang="pt-BR" sz="4300">
                <a:solidFill>
                  <a:schemeClr val="dk1"/>
                </a:solidFill>
              </a:rPr>
            </a:br>
            <a:br>
              <a:rPr b="1" lang="pt-BR" sz="4300">
                <a:solidFill>
                  <a:schemeClr val="dk1"/>
                </a:solidFill>
              </a:rPr>
            </a:br>
            <a:br>
              <a:rPr b="1" lang="pt-BR" sz="4300">
                <a:solidFill>
                  <a:schemeClr val="dk1"/>
                </a:solidFill>
              </a:rPr>
            </a:br>
            <a:br>
              <a:rPr b="1" lang="pt-BR" sz="4300">
                <a:solidFill>
                  <a:schemeClr val="dk1"/>
                </a:solidFill>
              </a:rPr>
            </a:br>
            <a:endParaRPr b="1" sz="4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100">
                <a:solidFill>
                  <a:schemeClr val="dk1"/>
                </a:solidFill>
              </a:rPr>
              <a:t>CONCLUSÃO</a:t>
            </a:r>
            <a:endParaRPr sz="5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6"/>
              <a:buFont typeface="Arial"/>
              <a:buNone/>
            </a:pPr>
            <a:r>
              <a:rPr lang="pt-BR" sz="3950">
                <a:solidFill>
                  <a:schemeClr val="dk1"/>
                </a:solidFill>
              </a:rPr>
              <a:t>Enquanto a Busca A* é </a:t>
            </a:r>
            <a:r>
              <a:rPr lang="pt-BR" sz="3950">
                <a:solidFill>
                  <a:schemeClr val="dk1"/>
                </a:solidFill>
              </a:rPr>
              <a:t>determinística</a:t>
            </a:r>
            <a:r>
              <a:rPr lang="pt-BR" sz="3950">
                <a:solidFill>
                  <a:schemeClr val="dk1"/>
                </a:solidFill>
              </a:rPr>
              <a:t>, servindo como referência para medir a dificuldade real do Labirinto, o Q-learning demonstra um comportamento adaptativo e uma evolução gradual durante o treinamento. </a:t>
            </a:r>
            <a:br>
              <a:rPr lang="pt-BR" sz="3950">
                <a:solidFill>
                  <a:schemeClr val="dk1"/>
                </a:solidFill>
              </a:rPr>
            </a:br>
            <a:br>
              <a:rPr lang="pt-BR" sz="3950">
                <a:solidFill>
                  <a:schemeClr val="dk1"/>
                </a:solidFill>
              </a:rPr>
            </a:br>
            <a:r>
              <a:rPr lang="pt-BR" sz="3950">
                <a:solidFill>
                  <a:schemeClr val="dk1"/>
                </a:solidFill>
              </a:rPr>
              <a:t>As limitações do Q-learning são lentidão em ambientes complexos e dependência de exploração. Contudo, como demonstrado no resultado dos testes, é possível constatar que caso haja tempo e treinamento, o Q-learning tem a capacidade de ultrapassar a busca A* e se tornar ainda mais eficaz, aplicando tudo que aprendeu anteriormente. </a:t>
            </a:r>
            <a:br>
              <a:rPr lang="pt-BR" sz="3950">
                <a:solidFill>
                  <a:schemeClr val="dk1"/>
                </a:solidFill>
              </a:rPr>
            </a:br>
            <a:br>
              <a:rPr lang="pt-BR" sz="3950">
                <a:solidFill>
                  <a:schemeClr val="dk1"/>
                </a:solidFill>
              </a:rPr>
            </a:br>
            <a:r>
              <a:rPr lang="pt-BR" sz="3950">
                <a:solidFill>
                  <a:schemeClr val="dk1"/>
                </a:solidFill>
              </a:rPr>
              <a:t>A combinação dos dois métodos oferece uma estrutura robusta de avaliação de aprendizado e eficiência.</a:t>
            </a:r>
            <a:endParaRPr sz="3950"/>
          </a:p>
        </p:txBody>
      </p:sp>
      <p:sp>
        <p:nvSpPr>
          <p:cNvPr id="57" name="Google Shape;57;p13"/>
          <p:cNvSpPr txBox="1"/>
          <p:nvPr/>
        </p:nvSpPr>
        <p:spPr>
          <a:xfrm>
            <a:off x="17606275" y="3276450"/>
            <a:ext cx="17106900" cy="85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5100">
                <a:solidFill>
                  <a:schemeClr val="dk1"/>
                </a:solidFill>
              </a:rPr>
              <a:t>TABELA COM AS MELHORES RODADAS</a:t>
            </a:r>
            <a:endParaRPr b="1" sz="5100">
              <a:solidFill>
                <a:schemeClr val="dk1"/>
              </a:solidFill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188975" y="19082950"/>
            <a:ext cx="17941500" cy="703347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4811550" y="-146550"/>
            <a:ext cx="26376900" cy="23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87475" lIns="487475" spcFirstLastPara="1" rIns="487475" wrap="square" tIns="487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pt-BR" sz="3908">
                <a:solidFill>
                  <a:schemeClr val="dk1"/>
                </a:solidFill>
              </a:rPr>
              <a:t>PROJETO HELLMAZE: ANÁLISE DE DIFERENTES TIPOS DE ALGORITMOS DE BUSCA ATRAVÉS DO LABIRINTO</a:t>
            </a:r>
            <a:br>
              <a:rPr b="1" lang="pt-BR" sz="5108">
                <a:solidFill>
                  <a:schemeClr val="dk1"/>
                </a:solidFill>
              </a:rPr>
            </a:br>
            <a:r>
              <a:rPr b="1" lang="pt-BR" sz="3732">
                <a:solidFill>
                  <a:schemeClr val="dk1"/>
                </a:solidFill>
              </a:rPr>
              <a:t>Autores: Arley do Nascimento Vinagre ; Vinicius Ribeiro de Santana; Bruno Sales fiaes Carneiro; Tauan Santos Santana; Vitor Pio Vieira; Adailton de Jesus Cerqueira Junior.</a:t>
            </a:r>
            <a:endParaRPr b="1" sz="3732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108">
              <a:solidFill>
                <a:schemeClr val="dk1"/>
              </a:solidFill>
            </a:endParaRPr>
          </a:p>
        </p:txBody>
      </p:sp>
      <p:pic>
        <p:nvPicPr>
          <p:cNvPr id="60" name="Google Shape;60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7400" y="152400"/>
            <a:ext cx="2749626" cy="2676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88450" y="152400"/>
            <a:ext cx="4398451" cy="31689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870675" y="4129650"/>
            <a:ext cx="18578100" cy="6814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